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deploy the workload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run the benchmark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read + export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