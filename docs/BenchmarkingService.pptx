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/ Kagenti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gsm8k (single-turn) · tau2 (multi-turn, server-side simulator) · appworld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HTTP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Deploy/run/report/export; workload Secrets + AuthBridge layer-3 are out-of-band → prechecked/rejected,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8412480" y="3794760"/>
            <a:ext cx="320040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348472" y="3968496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320040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370832" y="4562856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runs benchmark sessions directly (MCP / A2A)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681728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judge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declared + deploys; MCP image blocked by its own venv-service timeout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(with 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sidecar w/ cluster-default pipeline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 (benchmarker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 — operator provisions;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run precheck returns 424 naming the missing secret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layer-3 plugin composition / on_error —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needs a per-agent ConfigMap kubectl overlay; deploy returns 422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 precheck (424) or reject (422) with an actionable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9436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