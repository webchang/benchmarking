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2000" cy="9144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Benchmarking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0" i="0">
                <a:solidFill>
                  <a:srgbClr val="C9D9EC"/>
                </a:solidFill>
                <a:latin typeface="Calibri"/>
              </a:rPr>
              <a:t>Architecture &amp; Design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 pure-Python, HTTP-only service that deploys and evaluates agent benchmarks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across multiple cluster-specific Rossoctl instances.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Overview &amp; Key Design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39496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What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349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Deploys a benchmark's MCP tool + A2A agent, runs the evaluation, reads results, and exports them — all over HTTP.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Objectives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Automate benchmarking lifecycle operations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Cross-user/cluster sharing of benchmark run results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Easy to configure in-cluster &amp; cross-cluster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Asynchronous parallel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Secure, scalable, auditable &amp; resilient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3 benchmarks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gsm8k — single-turn: one prompt in, one answer out, no dialogue partner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tau2 — multi-turn: a server-side user simulator LLM plays the customer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appworld — long-horizon: many API calls across simulated apps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Client contract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Point at a hostname, send Authorization: Bearer &lt;caller JWT&gt; — same from kind to prod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143000"/>
            <a:ext cx="571500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Key design decisions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7830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Pure-Python, HTTPS-only to Rossoctl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No shell-out: smaller image, no injection surface, structured errors, testable.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4231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Two-token auth model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Caller JWT attributes + routes only (never forwarded); Service mints its own benchmarker (ROPC) token to Rossoctl.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306324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 is the trust anchor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The JWT issuer selects the per-instance config — no separate instance argument, so no confused-deputy escape.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70332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Per-request ROPC login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Fresh Service token every request — no expiry handling.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434340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iss-keyed per-instance config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One file per issuer: Rossoctl URL, benchmarker cred, MLflow/S3, optional Keycloak backchannel + workload route templates.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9834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Enact only what the API allows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Deploy/run/report/export — now including AuthBridge plugin presets (layer-3). Only workload Secrets remain out-of-band: prechecked and reported (424), never silently ignored.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56235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MLflow with Service; S3 in the cloud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is co-located with the Service (per-service traces it emits + reads), not in the workload cluster; S3 is an external cloud service — the shared cross-service sink.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Architecture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Relations between client, service, cluster-specific Keycloak / Rossoctl / workload, MLflow &amp; S3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Benchmarking Client</a:t>
            </a:r>
          </a:p>
          <a:p>
            <a:pPr algn="ctr"/>
            <a:r>
              <a:rPr sz="1050" b="0" i="0">
                <a:solidFill>
                  <a:srgbClr val="E6F0E6"/>
                </a:solidFill>
                <a:latin typeface="Calibri"/>
              </a:rPr>
              <a:t>off-cluster (host / CI)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tIns="889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Benchmarking Service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pure-Python · async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iss-keyed InstanceRegistry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per-request ROPC login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deploy / run / report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S3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cloud (external)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9164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MLflow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same cluster as Service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1170432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B3A5C"/>
                </a:solidFill>
                <a:latin typeface="Calibri"/>
              </a:rPr>
              <a:t>Per-cluster instance — selected by JWT  iss   (ykt3 · kind · …)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1783080"/>
            <a:ext cx="2331720" cy="914400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Keycloak</a:t>
            </a:r>
          </a:p>
          <a:p>
            <a:pPr algn="ctr"/>
            <a:r>
              <a:rPr sz="1000" b="0" i="0">
                <a:solidFill>
                  <a:srgbClr val="FBEEE4"/>
                </a:solidFill>
                <a:latin typeface="Calibri"/>
              </a:rPr>
              <a:t>issuer + backchannel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7639" y="2926080"/>
            <a:ext cx="2331720" cy="10058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Rossoctl / Kagenti</a:t>
            </a:r>
          </a:p>
          <a:p>
            <a:pPr algn="ctr"/>
            <a:r>
              <a:rPr sz="1000" b="0" i="0">
                <a:solidFill>
                  <a:srgbClr val="F1E8F6"/>
                </a:solidFill>
                <a:latin typeface="Calibri"/>
              </a:rPr>
              <a:t>backend API (server-side ops)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1783080"/>
            <a:ext cx="3154680" cy="21488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184708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D6E70"/>
                </a:solidFill>
                <a:latin typeface="Calibri"/>
              </a:rPr>
              <a:t>Benchmark Workload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2212848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MCP tool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exgentic-mcp-&lt;benchmark&gt;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3063240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A2A agent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exgentic-a2a-tool_calling-&lt;b&gt;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2356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OTEL collector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forwards agent spans → MLflow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926080" y="1554480"/>
            <a:ext cx="1051559" cy="5029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3282696" y="166420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2926080" y="2377440"/>
            <a:ext cx="1051559" cy="13716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3337560" y="231343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926080" y="3246120"/>
            <a:ext cx="1051559" cy="9144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3337560" y="31546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309360" y="2944368"/>
            <a:ext cx="2057400" cy="301752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6784848" y="30403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926080" y="2807208"/>
            <a:ext cx="0" cy="896112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926080" y="2807208"/>
            <a:ext cx="3383280" cy="0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309360" y="2807208"/>
            <a:ext cx="2057400" cy="256032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4498848" y="26883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9659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8470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955279" y="3794760"/>
            <a:ext cx="777241" cy="5212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8119872" y="394106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8a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2926080" y="4636008"/>
            <a:ext cx="2697480" cy="155448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4096512" y="455828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8b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26517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25328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00584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49224" y="3977639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303520"/>
            <a:ext cx="11430000" cy="123444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  Client logs in to Keycloak (ROPC) → caller JWT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2  Client → Service:  Authorization: Bearer &lt;caller JWT&gt;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3  Service validates JWT (JWKS) + mints its own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benchmarker token (ROPC, via backchannel)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4  Service → Rossoctl: deploy / list agents + tools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5  Rossoctl creates the MCP tool + A2A agent in-cluster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6  Service drives the MCP session + the A2A call itself;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the agent only issues execute_tool inside that session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7  Service emits the Agent.Session trace → MLflow (first)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8a A2A agent → OTEL collector   ·   8b collector → MLflow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(optional workload spans — off by default)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9  Service reads back Agent.Session traces (MLflow)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10  Service exports run.json / report.* (S3)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Architecture with Workload Specific Components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Inside the Benchmark Workload — what every benchmark has, and what only some of them add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097280"/>
            <a:ext cx="11338560" cy="54864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shared LLM gateway   ·   ete-litellm / litemaas   (external)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148840"/>
            <a:ext cx="1920240" cy="685800"/>
          </a:xfrm>
          <a:prstGeom prst="roundRect">
            <a:avLst/>
          </a:prstGeom>
          <a:solidFill>
            <a:srgbClr val="B55A2E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IBAC judge</a:t>
            </a:r>
          </a:p>
          <a:p>
            <a:pPr algn="ctr"/>
            <a:r>
              <a:rPr sz="850" b="0" i="0">
                <a:solidFill>
                  <a:srgbClr val="FBEEE4"/>
                </a:solidFill>
                <a:latin typeface="Calibri"/>
              </a:rPr>
              <a:t>an LLM call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063240"/>
            <a:ext cx="1920240" cy="777240"/>
          </a:xfrm>
          <a:prstGeom prst="round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Benchmarking Service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87168" y="1783080"/>
            <a:ext cx="9262872" cy="3017520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4553712"/>
            <a:ext cx="8869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B3A5C"/>
                </a:solidFill>
                <a:latin typeface="Calibri"/>
              </a:rPr>
              <a:t>Benchmark Workload — one per benchmark, namespace team1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2103120"/>
            <a:ext cx="416052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2928" y="2121408"/>
            <a:ext cx="39319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A2A agent pod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52928" y="2359152"/>
            <a:ext cx="3941063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agent container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exgentic-a2a-tool_calling-&lt;b&gt;  ·  the LLM loop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52928" y="3383280"/>
            <a:ext cx="3941063" cy="731520"/>
          </a:xfrm>
          <a:prstGeom prst="roundRect">
            <a:avLst/>
          </a:prstGeom>
          <a:solidFill>
            <a:srgbClr val="8E44AD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AuthBridge sidecar</a:t>
            </a:r>
          </a:p>
          <a:p>
            <a:pPr algn="ctr"/>
            <a:r>
              <a:rPr sz="900" b="0" i="0">
                <a:solidFill>
                  <a:srgbClr val="F1E8F6"/>
                </a:solidFill>
                <a:latin typeface="Calibri"/>
              </a:rPr>
              <a:t>proxy  ·  only with --plugin-preset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2103120"/>
            <a:ext cx="411480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07808" y="2121408"/>
            <a:ext cx="3840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MCP tool pod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07808" y="2359152"/>
            <a:ext cx="3895344" cy="731520"/>
          </a:xfrm>
          <a:prstGeom prst="roundRect">
            <a:avLst/>
          </a:prstGeom>
          <a:solidFill>
            <a:srgbClr val="3D6E70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user simulator LLM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tau2 only  ·  plays the customer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07808" y="3383280"/>
            <a:ext cx="3895344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MCP server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exgentic-mcp-&lt;benchmark&gt;  ·  tasks + evaluation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2331720" y="2852928"/>
            <a:ext cx="521208" cy="274320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2478024" y="287121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14016" y="3840480"/>
            <a:ext cx="0" cy="566928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414016" y="4407408"/>
            <a:ext cx="5907024" cy="0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8321040" y="4114800"/>
            <a:ext cx="0" cy="292608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5367528" y="42885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480060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468172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955548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943660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00600" y="3090672"/>
            <a:ext cx="0" cy="292608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5020056" y="31181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793992" y="3749039"/>
            <a:ext cx="813816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7086600" y="3630167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0" name="Connector 29"/>
          <p:cNvCxnSpPr/>
          <p:nvPr/>
        </p:nvCxnSpPr>
        <p:spPr>
          <a:xfrm flipH="1" flipV="1">
            <a:off x="2331720" y="2697480"/>
            <a:ext cx="521208" cy="91440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578608" y="32004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371600" y="1645920"/>
            <a:ext cx="0" cy="50292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252728" y="17830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4937760"/>
            <a:ext cx="672084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4992624"/>
            <a:ext cx="6400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3A5C"/>
                </a:solidFill>
                <a:latin typeface="Calibri"/>
              </a:rPr>
              <a:t>Which components a benchmark actually gets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benchmark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45920" y="5303520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MCP tool image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77639" y="5303520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LLMs per task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89320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tool calls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gsm8k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45920" y="555040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exgentic-mcp-gsm8k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77639" y="5550408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89320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tau2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45920" y="5797296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exgentic-mcp-tau2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77639" y="5797296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2  (+ user simulator)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89320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appworld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45920" y="6044184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exgentic-mcp-appworld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77639" y="6044184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 any preset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45920" y="6291072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unchanged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77639" y="6291072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+1 IBAC judge call per action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9320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—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60920" y="4937760"/>
            <a:ext cx="438912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16368" y="4992624"/>
            <a:ext cx="4114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1  Service → agent:  send_prompt, once per task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2  Service → MCP server:  list_tasks, create_session,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      evaluate_session, delete_session  (the verdict)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3  agent → gateway:  1 probe + N real chat calls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4  tau2 only:  the user simulator is a 2nd LLM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5  with a preset:  the agent's MCP calls go via the sidecar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6  sidecar → MCP server, once authorized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7  sidecar → judge, per isAction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8  the judge is itself an LLM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Dashed outline = present only in some configurations.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No preset: 5 + 6 become one direct agent → MCP call.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The Two-Token Auth Model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Caller JWT  (inbound)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Presented by the client as Authorization: Bearer.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Used ONLY to attribute (preferred_username) and route (iss → instance)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Signature validated via the issuer's JWKS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aud / exp deliberately lenient in the dev/ops context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B55A2E"/>
                </a:solidFill>
                <a:latin typeface="Calibri"/>
              </a:rPr>
              <a:t>• NEVER forwarded to Rossoctl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5B8C5A"/>
                </a:solidFill>
                <a:latin typeface="Calibri"/>
              </a:rPr>
              <a:t>benchmarker is special: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 caller JWT with preferred_username == benchmarker authorizes config ops (GET/PUT /config)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80160"/>
            <a:ext cx="5394960" cy="457200"/>
          </a:xfrm>
          <a:prstGeom prst="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Service token  (outbound)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Minted by the Service per request via ROPC (password grant) using the instance's benchmarker credential.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Always fresh → no expiry handling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Presented to Rossoctl for all cluster-facing ops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2E6FB5"/>
                </a:solidFill>
                <a:latin typeface="Calibri"/>
              </a:rPr>
              <a:t>• The Service acts under its OWN identity, not the caller's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2E6FB5"/>
                </a:solidFill>
                <a:latin typeface="Calibri"/>
              </a:rPr>
              <a:t>Backchannel split (iss ≠ dialed host):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When the iss host is unreachable (in-cluster kind), JWKS + token come from a configured backchannel URL; iss is matched, never dialed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12080"/>
            <a:ext cx="9235440" cy="1005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1F2A37"/>
                </a:solidFill>
                <a:latin typeface="Calibri"/>
              </a:rPr>
              <a:t>Implication:  at the Rossoctl / cluster layer every action appears as the Service's identity — so per-user attribution &amp; audit live in the Service, keyed on (iss, preferred_username).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Benchmark Catalog &amp; Run Lifecycle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25780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Catalog (static registry)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783080"/>
            <a:ext cx="5257800" cy="91440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3D6E70"/>
                </a:solidFill>
                <a:latin typeface="Calibri"/>
              </a:rPr>
              <a:t>gsm8k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single-turn · needs hf-secret + openai-secret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2834640"/>
            <a:ext cx="5257800" cy="91440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8E44AD"/>
                </a:solidFill>
                <a:latin typeface="Calibri"/>
              </a:rPr>
              <a:t>tau2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multi-turn · user-simulator LLM runs server-side in the MCP pod · raise timeout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3886200"/>
            <a:ext cx="525780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B55A2E"/>
                </a:solidFill>
                <a:latin typeface="Calibri"/>
              </a:rPr>
              <a:t>appworld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declared + deploys; MCP image blocked by its own venv-service timeout</a:t>
            </a:r>
          </a:p>
        </p:txBody>
      </p:sp>
      <p:sp>
        <p:nvSpPr>
          <p:cNvPr id="7" name="Rectangle 6"/>
          <p:cNvSpPr/>
          <p:nvPr/>
        </p:nvSpPr>
        <p:spPr>
          <a:xfrm>
            <a:off x="5989320" y="1143000"/>
            <a:ext cx="576072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Lifecycle (REST)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783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/benchmarks/{n}/deploy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create MCP tool + A2A agent → 201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172200" y="20848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09360" y="24688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/benchmarks/{n}/status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until tool_ready &amp; agent_ready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72200" y="27706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09360" y="31546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/benchmarks/{n}/runs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precheck → 202 run_id  (409 not deployed · 424 secret missing)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564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309360" y="38404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pending → running → succeeded / failed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1422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45262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…/runs/{id}/report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records + artifacts  (409 if MLflow unset)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72200" y="48280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5212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download from S3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run.json · report.* · token_report.* · span_report.* · manifest.json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144768" y="1920240"/>
            <a:ext cx="0" cy="3931920"/>
          </a:xfrm>
          <a:prstGeom prst="line">
            <a:avLst/>
          </a:prstGeom>
          <a:ln w="1905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What the Service Can &amp; Cannot Enact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HTTP-only boundary, made explicit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✓  Enacts over HTTP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 MCP tool + A2A agent (with CPU/mem, image, env)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Deploy-time model swap (per-experiment agent)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authbridge_enabled → inject the sidecar (layer-2)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plugin_preset / plugins / on_error → AuthBridge layer-3 composition,</a:t>
            </a:r>
          </a:p>
          <a:p>
            <a:pPr algn="l" lvl="2">
              <a:spcAft>
                <a:spcPts val="300"/>
              </a:spcAft>
            </a:pPr>
            <a:r>
              <a:rPr sz="1200" b="0" i="0">
                <a:solidFill>
                  <a:srgbClr val="3A4654"/>
                </a:solidFill>
                <a:latin typeface="Calibri"/>
              </a:rPr>
              <a:t>     forwarded as pluginPreset/plugins/onError; the operator renders the ConfigMap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Run benchmark sessions; collect pass/fail + latency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Emit + read MLflow traces; export to S3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Service-owned config: MLflow + S3 via PUT /config (benchmarker only)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34440"/>
            <a:ext cx="5394960" cy="457200"/>
          </a:xfrm>
          <a:prstGeom prst="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✗  Out-of-band (reports, doesn't do)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Cluster Secrets (hf-secret, openai-secret) — operator provisions;</a:t>
            </a:r>
          </a:p>
          <a:p>
            <a:pPr algn="l" lvl="2">
              <a:spcAft>
                <a:spcPts val="300"/>
              </a:spcAft>
            </a:pPr>
            <a:r>
              <a:rPr sz="1200" b="0" i="0">
                <a:solidFill>
                  <a:srgbClr val="3A4654"/>
                </a:solidFill>
                <a:latin typeface="Calibri"/>
              </a:rPr>
              <a:t>     run precheck returns 424 naming the missing secret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 CLUSTER config — ibac judgeEndpoint / judgeModel</a:t>
            </a:r>
          </a:p>
          <a:p>
            <a:pPr algn="l" lvl="2">
              <a:spcAft>
                <a:spcPts val="300"/>
              </a:spcAft>
            </a:pPr>
            <a:r>
              <a:rPr sz="1200" b="0" i="0">
                <a:solidFill>
                  <a:srgbClr val="3A4654"/>
                </a:solidFill>
                <a:latin typeface="Calibri"/>
              </a:rPr>
              <a:t>     live in the platform-config ConfigMap, not the agent API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Any cluster-level API call — Rossoctl does these server-side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B55A2E"/>
                </a:solidFill>
                <a:latin typeface="Calibri"/>
              </a:rPr>
              <a:t>Principle: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Never silently ignore an un-enactable request — precheck (424) or reject (422) with an actionable reason.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943600"/>
            <a:ext cx="9235440" cy="68580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Cluster-agnostic by construction: works on kind / vanilla k8s / OpenShift; cross-cluster runs use per-instance route templates + a reachable internal issuer.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