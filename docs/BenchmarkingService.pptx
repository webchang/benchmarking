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298448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3444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50876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956816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9280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6712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615184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51176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273552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09544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83864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931920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67912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142232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590288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2628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80060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a difficulty ladder, what each stresses, and how to read the numbers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248656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8464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458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 A 50-task gsm8k run is minutes; a 20-task appworld run is half an hour and millions of tokens.  Budget by benchmark, not by task count.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101600"/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101600"/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Domain is `retail` (114 tasks) — the library default, never recorded in artifacts.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114300" tIns="101600"/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Pass rate 0.0 is the honest result, not a broken platform: runs complete, tokens record, the agent just does not finish the job.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~94% of tasks call `finish` — the agent believes it is done and the assertions disagree. A generic agent with no verification pass.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32688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270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`pass_rate`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31136"/>
            <a:ext cx="11338560" cy="932688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270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`llm`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`max_tokens=1` capability probe, counted as a chat span. `llm=2`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255264"/>
            <a:ext cx="11338560" cy="932688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270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`tokens == 0`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`llm &lt;= 1` with `tool &gt;= 2`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279392"/>
            <a:ext cx="11338560" cy="932688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270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303520"/>
            <a:ext cx="11338560" cy="932688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270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`max_tasks` tasks, so the same `task_id`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