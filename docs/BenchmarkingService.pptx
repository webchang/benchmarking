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298448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3444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50876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956816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92808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16712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615184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551176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25496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273552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09544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483864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931920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67912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142232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590288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52628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80060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6.1 a difficulty ladder · 6.2 what each stresses · 6.3 how to read the numbers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248656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184648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45896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 / Kagenti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shared LLM gateway   ·   ete-litellm / litemaas   (external)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(50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40 (35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210,792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21,499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~240x the input tokens of a gsm8k task, an appworld task ~615x. A 50-task gsm8k run is minutes; a 20-task appworld run is half an hour and millions of tokens. Budget by benchmark, not by task count.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~24 LLM calls, ~13 tool calls, ~211k input, ~4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~94%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