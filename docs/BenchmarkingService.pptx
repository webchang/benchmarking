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/ Kagenti instances.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gsm8k (single-turn) · tau2 (multi-turn, server-side simulator) · appworld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HTTP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Deploy/run/report/export; workload Secrets + AuthBridge layer-3 are out-of-band → prechecked/rejected,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Architecture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04488" y="1298448"/>
            <a:ext cx="8001000" cy="3977639"/>
          </a:xfrm>
          <a:prstGeom prst="round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03904" y="1197864"/>
            <a:ext cx="8001000" cy="3977639"/>
          </a:xfrm>
          <a:prstGeom prst="roundRect">
            <a:avLst/>
          </a:prstGeom>
          <a:solidFill>
            <a:srgbClr val="CBCB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 / Kagenti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4114800"/>
            <a:ext cx="2468880" cy="713232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651760"/>
            <a:ext cx="2057400" cy="50292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7196328" y="271576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3383280"/>
            <a:ext cx="5440680" cy="365759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6922008" y="33558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8275320" y="3794760"/>
            <a:ext cx="411480" cy="320040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2926080" y="4498848"/>
            <a:ext cx="3200400" cy="1828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4178808" y="445312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65760" y="5394960"/>
            <a:ext cx="11430000" cy="132588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468112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1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1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1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1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1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26480" y="5468112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runs benchmark sessions directly (MCP / A2A)</a:t>
            </a:r>
          </a:p>
          <a:p>
            <a:pPr>
              <a:spcAft>
                <a:spcPts val="1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1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  A2A agent → OTEL collector → MLflow (optional; off by default)</a:t>
            </a:r>
          </a:p>
          <a:p>
            <a:pPr>
              <a:spcAft>
                <a:spcPts val="1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10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declared + deploys; MCP image blocked by its own venv-service timeout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report.ndjson · report.parquet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(with 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sidecar w/ cluster-default pipeline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 (benchmarker only)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 — operator provisions;</a:t>
            </a:r>
          </a:p>
          <a:p>
            <a:pPr algn="l" lvl="2">
              <a:spcAft>
                <a:spcPts val="300"/>
              </a:spcAft>
            </a:pPr>
            <a:r>
              <a:rPr sz="1200" b="0" i="0">
                <a:solidFill>
                  <a:srgbClr val="3A4654"/>
                </a:solidFill>
                <a:latin typeface="Calibri"/>
              </a:rPr>
              <a:t>     run precheck returns 424 naming the missing secret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layer-3 plugin composition / on_error —</a:t>
            </a:r>
          </a:p>
          <a:p>
            <a:pPr algn="l" lvl="2">
              <a:spcAft>
                <a:spcPts val="300"/>
              </a:spcAft>
            </a:pPr>
            <a:r>
              <a:rPr sz="1200" b="0" i="0">
                <a:solidFill>
                  <a:srgbClr val="3A4654"/>
                </a:solidFill>
                <a:latin typeface="Calibri"/>
              </a:rPr>
              <a:t>     needs a per-agent ConfigMap kubectl overlay; deploy returns 422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 precheck (424) or reject (422) with an actionable reason.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9436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