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deploy the workload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run the benchmark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read + export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Service:  one bearer token, one hostname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workload:  MCP tool + A2A agent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the benchmark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per-task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