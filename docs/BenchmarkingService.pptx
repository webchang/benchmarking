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298448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3444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50876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956816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92808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6712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615184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551176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25496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273552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09544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83864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931920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867912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142232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590288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2628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80060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a difficulty ladder, what each stresses, and how to read the numbers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248656"/>
            <a:ext cx="384048" cy="384048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84648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545896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 / Kagenti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