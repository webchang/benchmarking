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traps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  <a:p>
            <a:pPr algn="l" lvl="1"/>
            <a:r>
              <a:rPr sz="1100" b="0" i="0">
                <a:solidFill>
                  <a:srgbClr val="FFFFFF"/>
                </a:solidFill>
                <a:latin typeface="Calibri"/>
              </a:rPr>
              <a:t>• deploy the workload</a:t>
            </a:r>
          </a:p>
          <a:p>
            <a:pPr algn="l" lvl="1"/>
            <a:r>
              <a:rPr sz="1100" b="0" i="0">
                <a:solidFill>
                  <a:srgbClr val="FFFFFF"/>
                </a:solidFill>
                <a:latin typeface="Calibri"/>
              </a:rPr>
              <a:t>• run the benchmark</a:t>
            </a:r>
          </a:p>
          <a:p>
            <a:pPr algn="l" lvl="1"/>
            <a:r>
              <a:rPr sz="1100" b="0" i="0">
                <a:solidFill>
                  <a:srgbClr val="FFFFFF"/>
                </a:solidFill>
                <a:latin typeface="Calibri"/>
              </a:rPr>
              <a:t>• read + export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shared sink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41732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harnessed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Harnessed benchmark workload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27248" y="4636008"/>
            <a:ext cx="2496312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8580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Service:  one bearer token, one hostname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harnessed workload:  MCP tool + A2A agent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harnessed workload:  run the benchmark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per-task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S3:  export the run's artifacts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shared LLM gateway   ·   ete-litellm / litemaas   (external)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(50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40 (35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210,792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21,499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~240x the input tokens of a gsm8k task, an appworld task ~615x. A 50-task gsm8k run is minutes; a 20-task appworld run is half an hour and millions of tokens. Budget by benchmark, not by task count.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~24 LLM calls, ~13 tool calls, ~211k input, ~4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~94% of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max_tokens=1 capability probe, counted as a chat span. llm=2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llm &lt;= 1 with tool &gt;= 2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 — and it is why every leg deploys fresh, since reusing a warm agent silently loses telemetry. Driven by one command (reference/run-12.py, ~1h55m); the three generated documents in results/ derive every number from the mirrored artifacts.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v1.24 on OpenShift (Service on ykt3, workloads on ykt2) — 138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/>
                <a:gridCol w="1371600"/>
                <a:gridCol w="914400"/>
                <a:gridCol w="1051560"/>
                <a:gridCol w="16459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780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2164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1769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All eight gsm8k legs pass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1.00 everywhere except #4, where ONE task of five fails on the gpt-4.1 swap. The four AuthBridge presets do not change the result — only the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75104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only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0.70 and 0.85. Across six samples of the same 10 tasks, four flip: at n=10 one task is worth 0.10, so this cannot resolve less than that.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761488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met. ~94% of tasks self-declare finish.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47872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Token attribution complete: 0 of 138 rows lost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previous matrix had 15 damaged rows that a tokens == 0 check reported as clean. Fresh deploy per leg, plus a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334256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8.4M input / 674k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5,438 s of wall time — appworld alone is 71% of the input, on 25 of 138 tasks.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847,530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1,552,641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1,150,541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3,646,292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11 of 12 pass rates identical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#10 differs, by one task of twenty (0.85 vs 0.80) — and tau2 is the leg we know flips run to run on either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975104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x4.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2761488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 is a dead heat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5,438 s on OpenShift vs 5,429 s on a single KinD node — 0.2% apart in total, though individual legs differ by up to 8x.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3547872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138 OCP tasks, 135 KinD tasks.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334256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So the platform is not the variable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Where the two differ it traces to episode nondeterminism (tau2), small samples (#4 = one task), or appworld task timeouts — not to OpenShift vs KinD.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Legs #3 and #5–8 ran byte-identical work, so latency differences are the plugin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691640"/>
                <a:gridCol w="17373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measured from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present at all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~+9.5 s / task (OCP)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flat across all four presets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sidecar but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+0.50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+1.96 s on top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observe (all 5 judged)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2461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143000"/>
                <a:gridCol w="1143000"/>
                <a:gridCol w="114300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connect_mcp with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3131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168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18.6x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545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13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41.1x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2507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1167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2.1x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judge is itself an LLM call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 POSTs to a chat-completions endpoint per authorized action, which is why it costs seconds and why its latency is so variable.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432304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Most of the OCP figure is topology, not plugins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judged-call cost is comparable across platforms (2.1x) because it is dominated by a shared external gateway. The fixed cost is 8x apart because this OCP matrix is cross-cluster — token exchange over external routes. Do NOT quote +9.5 s as “the cost of AuthBridge”; the single-node figures (~+1.2 s fixed, ~+1.1 s per judged call) are the better estimate.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675888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Presets cannot be ranked from these numbers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1 of 6 IBAC legs authorized all of its tool calls: OCP judged 4/5, 3/5, 5/5 and KinD 3/5, 4/5, 3/5. A leg that judged fewer calls shows a lower median — a mixture, not a saving. Whether that is decision caching under concurrency or a fail-open gap is still OPEN; the test is one ibac-only leg at parallelism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4919472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Latency only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sidecar's CPU and memory cost is unmeasured — every infra field in these runs is 0.0.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