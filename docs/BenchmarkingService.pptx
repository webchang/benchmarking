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 / Kagenti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declared + deploys; MCP image blocked by its own venv-service timeout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